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The Role of a Great Teacher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Motivational Speech for Educators</a:t>
            </a:r>
          </a:p>
          <a:p>
            <a:r>
              <a:t>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is not just a profession; it's a responsibility to shape the future of our students.</a:t>
            </a:r>
          </a:p>
          <a:p>
            <a:r>
              <a:t>A great teacher inspires, motivates, and transforms lives.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strong school culture is built on collaboration.</a:t>
            </a:r>
          </a:p>
          <a:p>
            <a:r>
              <a:t>Example: A struggling student improved when teachers, parents, and counselors worked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teacher’s positivity directly impacts students’ enthusiasm.</a:t>
            </a:r>
          </a:p>
          <a:p>
            <a:r>
              <a:t>Example: A teacher in a rural school turned challenges into opportunities with creative teaching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great teacher does not just teach facts but inspires curiosity.</a:t>
            </a:r>
          </a:p>
          <a:p>
            <a:r>
              <a:t>Example: Dr. A.P.J. Abdul Kalam’s teacher sparked his passion for science.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student has unique strengths. A responsible teacher helps unlock their potential.</a:t>
            </a:r>
          </a:p>
          <a:p>
            <a:r>
              <a:t>Example: Thomas Edison’s teacher labeled him slow, but his mother’s belief changed his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• Teamwork builds a strong school.</a:t>
            </a:r>
          </a:p>
          <a:p>
            <a:r>
              <a:t>• A positive attitude encourages students.</a:t>
            </a:r>
          </a:p>
          <a:p>
            <a:r>
              <a:t>• Knowledge fuels curiosity.</a:t>
            </a:r>
          </a:p>
          <a:p>
            <a:r>
              <a:t>• Responsibility helps shape young minds.</a:t>
            </a:r>
          </a:p>
          <a:p/>
          <a:p>
            <a:r>
              <a:t>Be the teacher who changes lives!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